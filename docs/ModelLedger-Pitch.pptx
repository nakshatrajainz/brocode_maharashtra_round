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9A2F2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ModelLedger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7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the story of an AI picture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stamp. Anyone checks.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· Self-asserted · Unverifiable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on BNB Smart Chain testnet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2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BroCode · Maharashtra · Blockchain problem 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ModelLedger · BroCode · BNB  ·  1/12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2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Anyone can claim “we made this.”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74720" cy="3108960"/>
          </a:xfrm>
          <a:prstGeom prst="roundRect">
            <a:avLst>
              <a:gd name="adj" fmla="val 4412"/>
            </a:avLst>
          </a:prstGeom>
          <a:solidFill>
            <a:srgbClr val="FFFDF8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2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images are everywhere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spit out pictures every second.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474720" cy="3108960"/>
          </a:xfrm>
          <a:prstGeom prst="roundRect">
            <a:avLst>
              <a:gd name="adj" fmla="val 4412"/>
            </a:avLst>
          </a:prstGeom>
          <a:solidFill>
            <a:srgbClr val="FFFDF8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2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Claims are cheap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3840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+ caption = fake provenance.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474720" cy="3108960"/>
          </a:xfrm>
          <a:prstGeom prst="roundRect">
            <a:avLst>
              <a:gd name="adj" fmla="val 4412"/>
            </a:avLst>
          </a:prstGeom>
          <a:solidFill>
            <a:srgbClr val="FFFDF8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2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27432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public check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3840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can’t verify company + model + history.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ModelLedger · BroCode · BNB  ·  2/12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2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stamp notebook for pictures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companies stamp a picture when they create, edit, or post it — with the AI model and time.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Later, anyone uploads the file and gets one clear answer.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474720" cy="2194560"/>
          </a:xfrm>
          <a:prstGeom prst="roundRect">
            <a:avLst>
              <a:gd name="adj" fmla="val 6250"/>
            </a:avLst>
          </a:prstGeom>
          <a:solidFill>
            <a:srgbClr val="23634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383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stamp. File still matches.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3017520"/>
            <a:ext cx="3474720" cy="2194560"/>
          </a:xfrm>
          <a:prstGeom prst="roundRect">
            <a:avLst>
              <a:gd name="adj" fmla="val 6250"/>
            </a:avLst>
          </a:prstGeom>
          <a:solidFill>
            <a:srgbClr val="9A6B16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3383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Self-asserted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26280" y="4114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claimed a name. No stamp.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3017520"/>
            <a:ext cx="3474720" cy="2194560"/>
          </a:xfrm>
          <a:prstGeom prst="roundRect">
            <a:avLst>
              <a:gd name="adj" fmla="val 6250"/>
            </a:avLst>
          </a:prstGeom>
          <a:solidFill>
            <a:srgbClr val="9A2F28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3383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Unverifiable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75320" y="4114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missing, broken, or unclear.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ModelLedger · BroCode · BNB  ·  3/12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2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doors · one notebook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108960" cy="2926080"/>
          </a:xfrm>
          <a:prstGeom prst="roundRect">
            <a:avLst>
              <a:gd name="adj" fmla="val 4688"/>
            </a:avLst>
          </a:prstGeom>
          <a:solidFill>
            <a:srgbClr val="FFFDF8"/>
          </a:solidFill>
          <a:ln w="19050">
            <a:solidFill>
              <a:srgbClr val="E0D5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2286000"/>
            <a:ext cx="822960" cy="822960"/>
          </a:xfrm>
          <a:prstGeom prst="ellipse">
            <a:avLst/>
          </a:prstGeom>
          <a:solidFill>
            <a:srgbClr val="171410"/>
          </a:solidFill>
          <a:ln/>
        </p:spPr>
      </p:sp>
      <p:sp>
        <p:nvSpPr>
          <p:cNvPr id="7" name="Text 5"/>
          <p:cNvSpPr/>
          <p:nvPr/>
        </p:nvSpPr>
        <p:spPr>
          <a:xfrm>
            <a:off x="1874520" y="24231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7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+ models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API key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94760" y="3108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A2F28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572000" y="2011680"/>
            <a:ext cx="3108960" cy="2926080"/>
          </a:xfrm>
          <a:prstGeom prst="roundRect">
            <a:avLst>
              <a:gd name="adj" fmla="val 4688"/>
            </a:avLst>
          </a:prstGeom>
          <a:solidFill>
            <a:srgbClr val="FFFDF8"/>
          </a:solidFill>
          <a:ln w="19050">
            <a:solidFill>
              <a:srgbClr val="E0D5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2286000"/>
            <a:ext cx="822960" cy="822960"/>
          </a:xfrm>
          <a:prstGeom prst="ellipse">
            <a:avLst/>
          </a:prstGeom>
          <a:solidFill>
            <a:srgbClr val="171410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24231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7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Stamp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54880" y="39319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→ Edit → Publish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(website or API)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35240" y="3108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A2F28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8412480" y="2011680"/>
            <a:ext cx="3108960" cy="2926080"/>
          </a:xfrm>
          <a:prstGeom prst="roundRect">
            <a:avLst>
              <a:gd name="adj" fmla="val 4688"/>
            </a:avLst>
          </a:prstGeom>
          <a:solidFill>
            <a:srgbClr val="FFFDF8"/>
          </a:solidFill>
          <a:ln w="19050">
            <a:solidFill>
              <a:srgbClr val="E0D5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2286000"/>
            <a:ext cx="822960" cy="822960"/>
          </a:xfrm>
          <a:prstGeom prst="ellipse">
            <a:avLst/>
          </a:prstGeom>
          <a:solidFill>
            <a:srgbClr val="171410"/>
          </a:solidFill>
          <a:ln/>
        </p:spPr>
      </p:sp>
      <p:sp>
        <p:nvSpPr>
          <p:cNvPr id="19" name="Text 17"/>
          <p:cNvSpPr/>
          <p:nvPr/>
        </p:nvSpPr>
        <p:spPr>
          <a:xfrm>
            <a:off x="9555480" y="24231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59536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7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595360" y="39319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uploads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one answer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ModelLedger · BroCode · BNB  ·  4/12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2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product = company API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is the demo remote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92024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FFFDF8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company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 + models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API key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37560" y="192024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FFFDF8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28600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app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image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374904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model,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pipeline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92024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9A2F28"/>
          </a:solidFill>
          <a:ln w="12700">
            <a:solidFill>
              <a:srgbClr val="9A2F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28600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Stamp API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key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374904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6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stamp file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6E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notebook line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89720" y="192024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FFFDF8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0" y="228600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gets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stamped file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26880" y="374904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later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ModelLedger · BroCode · BNB  ·  5/12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2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company jobs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company = one job = one stamp = one API key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FFDF8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6596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9A2F2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91840" y="196596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the picture.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line. Needs approved AI model.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FFDF8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38328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23634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74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338328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the picture.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point at an earlier stamp.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FFDF8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80060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17141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892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91840" y="480060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the picture.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point at an earlier stamp.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ModelLedger · BroCode · BNB  ·  6/12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2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analogy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 a car number plate + RTO register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171410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55448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9A2F28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190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world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17190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ModelLedger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FFDF8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233172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FFDF8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963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plate on the car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4963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id inside the PNG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FFDF8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310896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FFDF8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27355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public register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327355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BNB notebook line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FFDF8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88620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FFDF8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507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plate issuer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40507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company stamp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FFDF8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466344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FFDF8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8280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 / engine check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48280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fingerprints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ModelLedger · BroCode · BNB  ·  7/12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2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Home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path: Register → Stamp → Check</a:t>
            </a:r>
            <a:endParaRPr lang="en-US" sz="3200" dirty="0"/>
          </a:p>
        </p:txBody>
      </p:sp>
      <p:pic>
        <p:nvPicPr>
          <p:cNvPr id="5" name="Image 0" descr="/Users/nakshatrajain/BroCode_BNB_Hackathon/docs/pitch-assets/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417320"/>
            <a:ext cx="8869680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ModelLedger · BroCode · BNB  ·  8/12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2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Companies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job + models · API key comes with the company</a:t>
            </a:r>
            <a:endParaRPr lang="en-US" sz="3200" dirty="0"/>
          </a:p>
        </p:txBody>
      </p:sp>
      <p:pic>
        <p:nvPicPr>
          <p:cNvPr id="5" name="Image 0" descr="/Users/nakshatrajain/BroCode_BNB_Hackathon/docs/pitch-assets/03-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1371600"/>
            <a:ext cx="704088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ModelLedger · BroCode · BNB  ·  9/12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2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Stamp &amp; Check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demo for companies · public check for everyone</a:t>
            </a:r>
            <a:endParaRPr lang="en-US" sz="3200" dirty="0"/>
          </a:p>
        </p:txBody>
      </p:sp>
      <p:pic>
        <p:nvPicPr>
          <p:cNvPr id="5" name="Image 0" descr="/Users/nakshatrajain/BroCode_BNB_Hackathon/docs/pitch-assets/04-sta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486400" cy="4572000"/>
          </a:xfrm>
          <a:prstGeom prst="rect">
            <a:avLst/>
          </a:prstGeom>
        </p:spPr>
      </p:pic>
      <p:pic>
        <p:nvPicPr>
          <p:cNvPr id="6" name="Image 1" descr="/Users/nakshatrajain/BroCode_BNB_Hackathon/docs/pitch-assets/02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486400" cy="457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ModelLedger · BroCode · BNB  ·  10/12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2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next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click (2–3 minutes)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9A2F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099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Check — show Trusted / Self-asserted / Unverifiable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9A2F2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3288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514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— register Maker + model (API key appears once)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9A2F2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558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337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Stamp → Create — company + model → download stamped PNG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502920" cy="502920"/>
          </a:xfrm>
          <a:prstGeom prst="ellipse">
            <a:avLst/>
          </a:prstGeom>
          <a:solidFill>
            <a:srgbClr val="9A2F2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788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— upload download → Trusted (company, model, time)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502920" cy="502920"/>
          </a:xfrm>
          <a:prstGeom prst="ellipse">
            <a:avLst/>
          </a:prstGeom>
          <a:solidFill>
            <a:srgbClr val="9A2F2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00176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983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1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in production their eng calls Stamp API with that key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ModelLedger · BroCode · BNB  ·  11/12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7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generate. We stamp. Anyone checks.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9418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= demo remote</a:t>
            </a:r>
            <a:endParaRPr lang="en-US" sz="20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= company Stamp API + public Check</a:t>
            </a:r>
            <a:endParaRPr lang="en-US" sz="20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on BNB testnet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2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· Questions?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ModelLedger · BroCode · BNB  ·  12/12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ModelLedger — BroCode Pitch</dc:title>
  <dc:subject>PptxGenJS Presentation</dc:subject>
  <dc:creator>BroCode</dc:creator>
  <cp:lastModifiedBy>BroCode</cp:lastModifiedBy>
  <cp:revision>1</cp:revision>
  <dcterms:created xsi:type="dcterms:W3CDTF">2026-10-04T05:43:21Z</dcterms:created>
  <dcterms:modified xsi:type="dcterms:W3CDTF">2026-10-04T05:43:21Z</dcterms:modified>
</cp:coreProperties>
</file>